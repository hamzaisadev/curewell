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280160"/>
            <a:ext cx="329184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HEALTHCARE TECHNOLOGY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Medfolio</a:t>
            </a:r>
          </a:p>
          <a:p>
            <a:pPr>
              <a:defRPr sz="2600" b="1">
                <a:solidFill>
                  <a:srgbClr val="06B6D4"/>
                </a:solidFill>
              </a:defRPr>
            </a:pPr>
            <a:r>
              <a:t>Your Intelligent Personal Health Vault &amp; Clinical Co-Pilot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2918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Bridging the gap between paper prescriptions, lab reports, and medication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572000"/>
            <a:ext cx="438912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2B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PRESENTER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Hamza • Lead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4572000"/>
            <a:ext cx="457200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2B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PROJECT &amp; RELEASE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Medfolio v2 • Production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Personal Health Management is Fragmented and High-Risk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02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CHALLENGE 01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Paper Chaos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Handwritten prescriptions get lost, ruined, faded, or remain completely illegible to patients.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Over 30% lost within 6 months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Critical dosing misinterpreted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 single source of medical truth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Faded ink on thermal pharmacy slips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CHALLENGE 02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Polypharmacy Hazards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Patients take multiple commercial brand names containing identical active molecules without realizing it.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Accidental double-dosing toxicity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Unmonitored drug interactions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 cross-prescription verification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High risk in elderly patients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CHALLENGE 03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Rushed Consultations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Patients struggle to recall symptoms, dosages, and historical events in 5-minute doctor appointments.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Forgotten critical symptoms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Wasted consultation minutes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Doctors forced to guess past meds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Lack of prepared clinical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3751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4B8A6"/>
                </a:solidFill>
              </a:defRPr>
            </a:pPr>
            <a:r>
              <a:t>CHALLENGE 04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Scattered Diagnostic Data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Isolated PDF or printed lab sheets fail to provide meaningful biomarker trends over time.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Different diagnostic lab formats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Silent longitudinal organ deterioration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 visual reference ranges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Lost records across clinics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SOLUTION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Solution — Medfolio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A Unified, Privacy-First Clinical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03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DIGITIZE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Digitize Instantly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State-of-the-art Vision AI extracts handwritten prescriptions and lab reports in seconds.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Human-in-the-loop review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Detects drug, dose &amp; frequency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Instant parsing of messy scripts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Direct ingestion to local vault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ADHERENCE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Daily Adherence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Meal-timed medication scheduling with seamless one-tap dose logging.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Morning, Afternoon, Evening, Bed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Before/After meal contextual cues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Taken, Skipped, Snoozed tracking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Real-time streak adherence scores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4B8A6"/>
                </a:solidFill>
              </a:defRPr>
            </a:pPr>
            <a:r>
              <a:t>INTELLIGENCE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Grounded Intelligence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Shifa AI answers clinical queries strictly from YOUR validated health records.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Zero open-web hallucinations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Deterministic safety checks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English, Urdu &amp; Roman Urdu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Context-grounded medical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3751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CONNECTIVITY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Doctor-Ready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One-click clinical dossiers and time-limited, PIN-protected QR code sharing.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1-Page A4 clinical summary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24h / 7d / 30d temporary access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Instant patient revocation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Zero doctor app installation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PLATFORM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Features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Complete End-to-End Health Management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04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2510713" cy="1920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📸 AI Prescription Extractor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Extracts drugs, strengths, schedules from handwritten scripts.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0833" y="2011680"/>
            <a:ext cx="2510713" cy="1920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🧪 AI Lab Report Extractor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Longitudinal biomarker charts across multiple diagnostic labs.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2011680"/>
            <a:ext cx="2510713" cy="1920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🩺 AI Symptom Checker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Vitals telemetry with emergency red-flag safety screening.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9461" y="2011680"/>
            <a:ext cx="2510713" cy="1920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📋 1-Click Doctor Brief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Instant A4 clinical dossier &amp; PIN-protected temporary QR links.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3393338" cy="1920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🤖 Shifa AI Assistant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Private context-grounded medical RAG co-pilot.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4160520"/>
            <a:ext cx="3393338" cy="1920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💊 Active Medicine Cabinet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Chronic pill tracking &amp; PRN rescue inventory with refill alerts.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4160520"/>
            <a:ext cx="3393338" cy="1920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💰 Medical Finance Tracker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Pharmacy bills, consultation fees, and healthcare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CORE FEATURE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Feature 1 — AI Prescription Extractor &amp; Smart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From Doctor's Handwriting to Structured Daily Routine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05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6217920" cy="4206240"/>
          </a:xfrm>
          <a:prstGeom prst="roundRect">
            <a:avLst/>
          </a:prstGeom>
          <a:solidFill>
            <a:srgbClr val="16213E"/>
          </a:solidFill>
          <a:ln>
            <a:solidFill>
              <a:srgbClr val="2B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1. Camera / Upload Ingestion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Snap any handwritten prescription, clinic slip, or hospital discharge summary.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2. Multi-Modal Vision AI Extraction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Automatically detects brand &amp; active drug names, strengths (e.g. 500mg), frequency, and duration.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3. Human-in-the-Loop Verification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Review, edit, and confirm extracted entries before saving to personal vault.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4. Meal-Aware Daily Buckets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Maps doses into Morning, Afternoon, Evening, Bedtime with before/after meal guidance.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5. 1-Tap Adherence Tracking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Mark doses as Taken, Skipped, or Snoozed with live daily compliance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920240"/>
            <a:ext cx="4236415" cy="4206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LIVE SMART SCHEDULE SIMULATION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Morning • 08:00 AM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Metformin 500mg (1 Tab)</a:t>
            </a:r>
            <a:br/>
            <a:r>
              <a:t>[After Meal] • Status: TAKEN ✓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Afternoon • 01:30 PM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Lisinopril 10mg (1 Tab)</a:t>
            </a:r>
            <a:br/>
            <a:r>
              <a:t>[With Water] • Status: SCHEDULED</a:t>
            </a:r>
          </a:p>
          <a:p>
            <a:pPr>
              <a:spcBef>
                <a:spcPts val="800"/>
              </a:spcBef>
              <a:defRPr sz="1100" b="1">
                <a:solidFill>
                  <a:srgbClr val="94A3B8"/>
                </a:solidFill>
              </a:defRPr>
            </a:pPr>
            <a:r>
              <a:t>Evening • 08:00 PM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Atorvastatin 20mg (1 Tab)</a:t>
            </a:r>
            <a:br/>
            <a:r>
              <a:t>[Before Bed] • Status: UPCOMING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Adherence Telemetry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94% 7-Day Adherence Streak • 0 Overdoses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CORE FEATURE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Feature 2 — AI Lab Report Extractor &amp; Biomarker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Transforming Static PDFs into Dynamic Health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06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PANELS COVERED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Multi-Panel Extraction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Upload PDF or camera lab captures seamlessly across diverse medical test batteries.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CBC (Hemoglobin, Platelets, WBC)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HbA1c &amp; Fasting Glucose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Lipid Profile (Cholesterol, LDL, HDL)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Liver LFT &amp; Kidney RFT Functions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4B8A6"/>
                </a:solidFill>
              </a:defRPr>
            </a:pPr>
            <a:r>
              <a:t>LONGITUDINAL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Longitudinal Trendlines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Interactive visualization graphs reveal physiological trajectories across months and years.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Detect progressive deterioration early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Observe medication efficacy over time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Correlate lifestyle changes with vitals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Unified timeline across multiple visits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SAFETY THRESHOLDS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Clinical Reference Ranges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Visual color-coded status badges instantly clarify medical numerical ambiguity.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Normal / Optimal range bounds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Borderline &amp; Elevated warnings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Critical red-flag indicators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Age- &amp; gender-tailored benchmarks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3751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INTEROPERABILITY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Multi-Lab Consolidation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Unifies results from disparate hospital and private diagnostic centers into one standardized vault.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Normalizes varying lab units (mg/dL, mmol/L)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 more lost paper report binders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Search any biomarker instantaneously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Export-ready for physician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CORE FEATURE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Feature 3 — AI Symptom Checker &amp; Vitals Journal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Continuous Health Telemetry with Safety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07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TELEMETRY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Comprehensive Vitals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Daily logging for vital health metrics with interactive charting.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Blood Pressure (Systolic / Diastolic)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Blood Glucose (Fasting &amp; Post-Meal)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Oxygen Saturation (SpO2 %)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Heart Rate &amp; Body Weight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4B8A6"/>
                </a:solidFill>
              </a:defRPr>
            </a:pPr>
            <a:r>
              <a:t>DIARY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Symptom Journaling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Rich contextual diary tracking onset, triggers, and severity.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Severity slider (1-10 numerical scale)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Trigger identification (diet, stress, exertion)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Progression notes and anatomical location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Historical episode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TRIAGE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AI-Assisted Triage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Evaluates user-logged symptoms against comprehensive historical records.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Cross-references known chronic conditions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Flags potential adverse drug reactions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Contextual self-care recommendations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Guidance on when to see a physician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3751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CRITICAL PROTOCOL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🚨 Red-Flag Alerts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Instant, deterministic on-device screening for life-threatening vitals.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Hypertensive Crisis (BP &gt; 180/120)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Severe Hypoglycemia / Hyperglycemia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Hypoxemia detection (SpO2 &lt; 90%)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1-Tap Emergency Call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CORE FEATURE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Feature 4 — 1-Click Doctor Brief &amp; Secure QR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Eliminating Rushed Consultations and Paper Folders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08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212080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1-PAGE A4 HEALTH DOSSIER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Everything a Doctor Needs in 60 Seconds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Active Medicine List: Exact molecule, dosage, schedule, and verified adherence %.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Allergies &amp; Contraindications: Highlighted in high-visibility warning banners.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Chronic Diagnoses History: Active conditions, onset dates, and managing specialists.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Recent Lab Panels: Latest biomarkers with out-of-range flags.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Prepared Questions: Shifa AI generated questions tailored to recent symptoms.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42255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ZERO-TRUST PATIENT SHARING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PIN-Protected QR Code Portal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Time-Limited Access: Patient configures expiry: 24 Hours, 7 Days, or 30 Days.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4-Digit PIN Security: Clinician enters unique patient-held PIN to view decrypted records.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Read-Only Sandboxed View: Optimized mobile/desktop view for doctors with zero login required.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Instant Revocation: 1-Tap 'Kill Switch' immediately revokes shared access at any time.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Audit Logs: Records access timestamp and viewing session confirmation.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Feature 5 (Part 1) — Shifa AI: Clinical Co-Pilot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Why Shifa AI is Different from Generic Chatbots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09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METHODOLOGY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Strict Medical RAG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Shifa AI does NOT search random unverified web medical forums or generate speculative diagnoses.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Retrieval-Augmented Generation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Deterministic clinical rules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Peer-reviewed medical grounding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 public hallucination risks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4B8A6"/>
                </a:solidFill>
              </a:defRPr>
            </a:pPr>
            <a:r>
              <a:t>DATA VAULT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Context-Grounded Only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Reads strictly and exclusively from YOUR 13 personal clinical tables and vitals telemetry.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Prescription &amp; dose schedule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Longitudinal lab test results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Vitals history &amp; symptom logs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Logged allergies &amp; active diagnoses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HONESTY ENGINE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Zero Hallucinations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If a clinical fact is absent from your verified records, Shifa explicitly states it.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Explicit boundary recognition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Refuses to invent dosage figures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Prompts patient to verify with doctor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Clinical defensibility by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3751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DATA SOVEREIGNTY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Patient Data Isolation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Complete tenant isolation and end-to-end cryptographic privacy controls.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Zero data used to train AI models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Isolated PostgreSQL RLS policies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Session-level decryption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Compliant with data privacy standards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SAFETY &amp;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Feature 5 (Part 2) — Shifa AI Intelligence &amp; Safety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Deep Clinical Verification &amp; Multilingual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10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PATIENT SAFETY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Sentinel Drug Safety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Identifies brand-name duplicates sharing identical active molecules to prevent fatal overdose.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E.g., Glucophage &amp; Neodipar (both Metformin)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Cross-prescription interaction checks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Dosage ceiling alerts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Contraindication warnings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SIG TRANSLATION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Medical Sig Translation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Translates cryptic doctor abbreviations into plain, actionable lifestyle schedules.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OD → Once daily with breakfast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BD / TDS → Twice or three times daily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AC / PC → Before or after meals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PRN → As needed for acute flare-ups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LOCALIZATION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Multilingual Support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Natural conversational interaction in English, Urdu (اردو), and Roman Urdu.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Bridges language barriers for elderly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Roman Urdu support for casual texting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Native Nastaliq script rendering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Culturally aligned health guidance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3751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4B8A6"/>
                </a:solidFill>
              </a:defRPr>
            </a:pPr>
            <a:r>
              <a:t>EMPOWERMENT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Jargon Simplification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Demystifies complex lab values and diagnostic terminology for laypersons.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Explains eGFR, HbA1c, SGPT simply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Explains why a drug was prescribed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Relieves unnecessary health anxiety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Empowers patient self-advocacy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PRACTICAL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Feature 6 — Medicine Cabinet &amp; Medical Finance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Managing Supplies, Refills, and Healthcare Out-of-Pocket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11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INVENTORY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Active &amp; PRN Cabinet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Distinct segregation for daily chronic regimens vs as-needed rescue supplies.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Chronic meds (Hypertension, Diabetes)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PRN rescue (Inhalers, EpiPens, Painkillers)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Storage temperature &amp; batch warnings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Expiry date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REFILLS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Pill Count &amp; Refills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Automatic stock decrement with smart predictive refill notifications.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Calculates days of supply remaining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Proactive warning 3-5 days before empty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Prevents sudden medication gaps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Refill order preparation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EXPENSE TRACKING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Healthcare Cost Ledger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Centralized ledger for all out-of-pocket medical expenditures.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Doctor consultation fees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Diagnostic lab &amp; radiology bills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Pharmacy prescription receipts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Insurance claim status tagging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3751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4B8A6"/>
                </a:solidFill>
              </a:defRPr>
            </a:pPr>
            <a:r>
              <a:t>FINANCIAL INSIGHTS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Financial Analytics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Visual monthly breakdown of healthcare spending trends.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Monthly cost trendlines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Breakdown by category (Rx, Labs, Visits)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Identify cost-saving generic substitutions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Export-ready tax &amp; insurance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Architecture &amp;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Built for Reliability, Speed, Security, and Offline Resiliency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12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FRONTEND CLIENT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Modern Web &amp; PWA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High-performance reactive frontend engineered for accessibility and mobile ergonomics.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React 18 + TypeScript + Vite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Tailwind CSS + Lucide Icons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100% Offline PWA Service Workers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IndexedDB local persistence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4B8A6"/>
                </a:solidFill>
              </a:defRPr>
            </a:pPr>
            <a:r>
              <a:t>BACKEND &amp; DATA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Supabase &amp; Edge Cloud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Resilient cloud infrastructure with sub-100ms global response times.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PostgreSQL 15 relational database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Supabase Auth &amp; Storage buckets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Edge Functions for OCR orchestration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Deterministic SQL validation triggers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SECURITY &amp; CIPHER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Zero-Trust Security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Bank-grade cryptographic architecture defending sensitive personal health data.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256-bit AES database encryption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Row-Level Security (RLS) tenant isolation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PIN-hashed ephemeral sharing tokens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Zero public data leaks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3751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AI PIPELINE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Multi-Modal AI Engine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High-accuracy vision processing paired with grounded retrieval augmentation.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Vision OCR for doctor handwriting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Structured JSON schema extraction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Multi-lingual NLP (English &amp; Urdu)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Human-in-the-loop review guardrails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JUDGE 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 (Pre-Empting Judges)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Key Design Decisions, Safety Guardrails, and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13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393338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SAFETY &amp; HALLUCINATION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Q: How does Medfolio prevent dangerous AI hallucinations?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A: Shifa AI employs deterministic domain rules and strict multi-source RAG grounded solely in verified patient tables.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Mandatory human-in-the-loop review before any prescription enters active schedule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Hard-coded pharmaceutical safety ceiling rules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Model explicitly declines queries when patient data is absent rather than guessing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920240"/>
            <a:ext cx="3393338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OFFLINE RESILIENCY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Q: Can patients use Medfolio during internet outages?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A: Yes. Medfolio is engineered as an offline-first Progressive Web App (PWA).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Daily dose schedule, vitals logs, and emergency contacts are cached locally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Dose logging occurs instantly offline and syncs automatically upon reconnect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Crucial during travel, hospital basements, or developing regions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6836" y="1920240"/>
            <a:ext cx="3393338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PRIVACY &amp; COMPLIANCE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Q: How is patient health privacy guaranteed?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A: Data is defended by Supabase Row-Level Security (RLS) tenant isolation.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 patient data is ever sold, monetized, or fed into foundation training sets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Temporary doctor shares expire automatically via cryptographic hashes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Patients retain 100% data export and instant purge rights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MARKET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Target Audience &amp; Real-World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Who Benefits Most from Medfolio?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14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CHRONIC CARE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Chronic Disease Patients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Managing multi-drug regimens for Diabetes, Hypertension, and Cardiac conditions.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Eliminates polypharmacy confusion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Monitors blood pressure &amp; sugar trends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Prevents accidental missed doses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Improves long-term prognosis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4B8A6"/>
                </a:solidFill>
              </a:defRPr>
            </a:pPr>
            <a:r>
              <a:t>CAREGIVERS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Family Caregivers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Managing complex medication and appointment schedules for elderly parents or children.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Peace of mind with dose confirmations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Shared access to clinical records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Refill reminders prevent running out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Simple Roman Urdu interface for elders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CONSULTATIONS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Frequent Clinic Visitors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Patients seeking second opinions without hauling thick binders of paper files.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1-Click PIN-protected QR dossier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Instantly readable by new physicians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Complete medication &amp; allergy history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Maximizes doctor consultation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3751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WELLNESS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Health-Conscious Users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Individuals building a permanent digital record of personal biomarker telemetry.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Tracks lipid panels and HbA1c over years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Identifies subtle physiological shifts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Centralizes medical expenses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Total ownership of personal health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MEDFOLIO  //  STRATEGIC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What's Coming Next for the Medfolio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Medfolio v2 — Intelligent Personal Health Vault &amp; Clinical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Slide 15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PHASE 1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👥 Caretaker &amp; Family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Multi-profile family management and caregiver access delegation.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Switch effortlessly between parent &amp; child vaults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Configurable permissions (Read-Only vs Admin)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Push notifications for missed family doses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Audit logs for all caregiver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4B8A6"/>
                </a:solidFill>
              </a:defRPr>
            </a:pPr>
            <a:r>
              <a:t>PHASE 2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⌚ Wearable IoT Sync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Continuous automatic telemetry synchronization with consumer health devices.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Apple Health &amp; Google Health Connect sync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Direct Bluetooth BP monitors &amp; glucometers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Continuous heart rate &amp; SpO2 streaming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Automated anomaly triage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PHASE 3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🚚 Pharmacy Dispatch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Frictionless end-to-end automated medication fulfillment.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1-Click refill requests to partner pharmacies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Real-time prescription verification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Doorstep delivery tracking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Automatic price comparison for generics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3751" y="1920240"/>
            <a:ext cx="2476423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PHASE 4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👨‍⚕️ Clinician Portal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Secure bidirectional communication bridge between doctors and patients.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Doctors push updated digital prescriptions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Secure asynchronous messaging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Specialist second-opinion referrals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Interoperable HL7 / FHIR export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4572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CONCLUSION &amp; VISION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Empowering Patients with Ownership of Their Health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✔   Bridging the historic gap between messy paper medical records and digital precision.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✔   Eliminating polypharmacy risks and accidental overdoses through intelligent molecule checking.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✔   Empowering rushed doctor consultations with 1-page instant clinical summaries.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✔   Zero-hallucination, private clinical co-pilot (Shifa AI) speaking English, Urdu &amp; Roman Urdu.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4114800"/>
            <a:ext cx="9631375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READY FOR LIVE DEMO &amp; QUESTIONS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</a:defRPr>
            </a:pPr>
            <a:r>
              <a:t>Experience Medfolio v2 in action • Try the Shifa AI Clinical Engine &amp; Prescription Extractor</a:t>
            </a:r>
          </a:p>
          <a:p>
            <a:pPr>
              <a:spcBef>
                <a:spcPts val="300"/>
              </a:spcBef>
              <a:defRPr sz="1050">
                <a:solidFill>
                  <a:srgbClr val="14B8A6"/>
                </a:solidFill>
              </a:defRPr>
            </a:pPr>
            <a:r>
              <a:t>GitHub / Website: https://github.com/Hamzaisadev/Medfolio • Built with React, TypeScript &amp; Supabase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