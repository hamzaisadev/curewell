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38404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⚡ CLINICAL INTELLIGENCE &amp; VAULT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Medfolio &amp; Shifa AI</a:t>
            </a:r>
          </a:p>
          <a:p>
            <a:pPr>
              <a:defRPr sz="2200" b="1">
                <a:solidFill>
                  <a:srgbClr val="06B6D4"/>
                </a:solidFill>
              </a:defRPr>
            </a:pPr>
            <a:r>
              <a:t>Your Intelligent Personal Health Vault &amp; Clinical Co-Pilot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Bridging chaotic paper prescriptions, lab biomarker trends, and deterministic medication safety into a unified, privacy-first companion.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3200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480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📸 Vision OCR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Digitizes handwritten prescriptions &amp; clinical discharge notes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4389120"/>
            <a:ext cx="3200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480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🤖 Shifa AI Co-Pilot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Deterministic clinical intelligence, drug duplication guard, &amp; RAG.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389120"/>
            <a:ext cx="32004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480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🛡️ 100% Privacy &amp; Offline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Row-Level Security, zero third-party training, offline-ready PWA.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THE REAL-WORLD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Broken Healthcare Management Experience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Patients and caregivers struggle daily with fragmented paper records and polypharmacy risks.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64592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📄 Chaotic Paper Records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Unreadable doctor handwriting, lost paper slips, and scattered lab reports result in missed medical history during crucial consultations.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164592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920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⚠️ Polypharmacy &amp; Brand Duplication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Patients taking multiple brand names containing the same active ingredient (e.g. Panadol + Calpol) risk accidental drug overdose.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164592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89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⏱️ Rushed 5-Minute Appointments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Patients forget their vital symptoms, timeline, and critical questions when sitting face-to-face with busy physicians.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16459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4389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🧩 Disconnected Biomarker Data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Isolated lab PDFs fail to show long-term disease trajectories (HbA1c, Cholesterol, Liver/Kidney function)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Medfolio: A Living, Intelligent Clinical Vault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An end-to-end ecosystem combining computer vision, clinical intelligence, and patient-first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108960" cy="54864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766E"/>
                </a:solidFill>
              </a:defRPr>
            </a:pPr>
            <a:r>
              <a:t>1. Digitize &amp;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Snap paper prescriptions &amp; lab reports. Vision AI parses drugs, dosages, &amp; tests. Human-in-the-loop verification ensures 100%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2011680"/>
            <a:ext cx="3108960" cy="54864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766E"/>
                </a:solidFill>
              </a:defRPr>
            </a:pPr>
            <a:r>
              <a:t>2. Smart Daily Adherence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7432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Automatic meal-timed scheduling (Morning, Afternoon, Evening, Bedtime) with one-tap dose tracking, refill warnings, and PRN logging.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108960" cy="54864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766E"/>
                </a:solidFill>
              </a:defRPr>
            </a:pPr>
            <a:r>
              <a:t>3. Clinical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7432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Shifa AI synthesizes vitals, biomarker trends, and 13 health tables into doctor-ready 1-page dossiers with PIN-protected QR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Meet Shifa AI: Built for Clinical Safety, Not Chatbot Guesswork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generic LLMs fail in medicine and how Shifa AI provides deterministic, grounded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❌ Generic AI / ChatGPT Risks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Hallucinates medical advice and dosages without patient context.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Blind to patient's active drug regimens and allergy history.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Cannot calculate deterministic dose timings (OD, BD, TDS, AC, PC).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Silently accepts inputs without human-in-the-loop safety checks.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Trains public models on sensitive confidential health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✅ Shifa AI Clinical Intelligence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Multi-source RAG grounded in 13 clinical tables &amp; telemetry data.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Sentinel Molecule Registry detects dangerous brand duplicates &amp; overdoses.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Deterministic pharmacopeia rules for meal-aware dose schedules.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Zero silent commits: Patient reviews and verifies all extracted entries.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Zero-retention privacy: 256-bit AES encryption, tenant RLS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Shifa AI Thinks &amp; Operates (4-Stage Pipeline)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From raw prescription photos to deterministic pharmacopeia safety rules.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2011680"/>
            <a:ext cx="731520" cy="7315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Stage 1: Multi-Modal Ingestion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Captures raw camera photos, lab PDFs, and manual telemetry. Runs edge pre-processing and OCR handwriting recognition.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43400" y="2011680"/>
            <a:ext cx="731520" cy="7315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2608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Stage 2: Deterministic Normalization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Maps extracted text to standardized pharmacological entities (generic molecule, strength, route, and clinical frequency).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731520" cy="7315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2608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Stage 3: Sentinel Safety Screening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Cross-references active cabinet for duplicate molecules, toxic cumulative daily ceilings, and known allergic contraindications.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38360" y="2011680"/>
            <a:ext cx="731520" cy="7315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92608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Stage 4: Actionable Clinical Output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Generates interactive meal-timed schedules, biomarker trendlines, and doctor consultation briefs with zero hallucination.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Intelligent Prescription Scanning &amp; Digital Cabinet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Turning indecipherable doctor handwriting into structured digital records 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⚡ High-Accuracy Handwriting OCR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Specialized vision models trained on clinical scripts, identifying drug names, strengths (e.g. 500mg, 10mg), dosage forms (tablet, syrup, inhaler), and durations.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🛡️ Human-in-the-Loop Review Guard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Extracted medicines are staged in an interactive verification card. Patients can edit dosage, timing, or notes before committing to the active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📁 High-Res Digital Archive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Preserves original prescription photos alongside digitized data, making historical records searchable by date, doctor, or condition.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💊 PRN &amp; Rescue Medication Cabinet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Separate tracking for as-needed medications (pain relievers, inhalers, antacids) with daily frequency limits and remaining inventory warnings.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PATIENT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Sentinel Molecule Registry: Preventing Accidental Overdose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Eliminating dangerous brand duplications and toxic cumulative drug 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🚨 The Silent Killer: Brand Duplication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A patient is prescribed 'Panadol' for fever by Doctor A.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Doctor B prescribes 'Calpol' or 'Tylenol' for headaches.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Patient takes both, unaware both contain Paracetamol (Acetaminophen).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Cumulative dose exceeds the 4,000mg daily toxic liver threshold!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🛡️ Shifa AI Sentinel Protection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Extracts the active chemical molecule regardless of local brand names.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Computes 24-hour total aggregate active ingredient load.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Instant warning banner when total intake approaches daily safe limits.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Prompts patient to consult physician before adding duplicate compounds.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DAILY ADHERENCE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Smart Meal-Timed Medication Schedules &amp; Tracking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Translating complex clinical sigs into intuitive lifestyle routines.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🌅 Morning Bucket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Pre-breakfast &amp; post-breakfast medicines (e.g. Thyroid, Blood Pressure, PPIs).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☀️ Afternoon Bucket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Lunch-aligned medications &amp; midday boosters.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🌆 Evening Bucket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Dinner-aligned therapies &amp; chronic routine doses.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🌙 Bedtime Bucket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Nighttime statins, sedatives, or overnight release tablets.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766E"/>
                </a:solidFill>
              </a:defRPr>
            </a:pPr>
            <a:r>
              <a:t>✨ Interactive Adherence Actions: Mark doses Taken, Skipped, or Snoozed with a single tap. Visual adherence percentages keep patients motivated.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Longitudinal Biomarker Visualizer &amp; Lab Trends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Transforming static diagnostic reports into dynamic health trajectories.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🧪 Instant PDF/Image Extraction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Upload standard lab panels (CBC, HbA1c, Lipid, Liver LFT, Kidney RFT). Shifa AI parses numeric values, units, and dates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📈 Graphical Trajectory Trendlines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View historical progression across months and years. See whether cholesterol or blood glucose is improving or worsening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🟢 Clinical Reference Ranges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Automated color-coded status (Normal, Optimal, Elevated, Critical) mapped against standard clinical reference intervals.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89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📑 Multi-Lab Synthesis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Compare tests performed across different diagnostic centers in one consolidated biomarker timeline.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CLINICAL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Doctor-Ready Clinical Briefs &amp; Instant QR Sharing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Empowering patients to walk into clinic appointments fully prepared.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📄 1-Page A4 Health Brief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Generates an ultra-clean clinical summary including active medications, known drug allergies, chronic conditions, and recent lab results ready to print or PDF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🔒 PIN-Protected QR Sharing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Share a secure, time-limited snapshot (24 hours, 7 days, 30 days) with consulting physicians via QR code or link, with instant revocation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❓ Prioritized Doctor Questions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Shifa AI drafts customized questions based on recent symptom logs and lab shifts so patients never forget what to 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EMERGENCY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Vitals Telemetry &amp; On-Device Red-Flag Triage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Continuous symptom logging with instant emergency warning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📊 Comprehensive Vitals Diary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Blood Pressure (Systolic / Diastolic) with hypertensive tracking.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Blood Sugar (Fasting &amp; Post-Prandial) for diabetes management.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SpO2, Pulse Heart Rate, Body Temperature, &amp; Body Weight.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Symptom Journal: Logs pain severity, onset triggers, and duration.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🚨 On-Device Red-Flag Safety Alert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Instant algorithmic triage for hypertensive crises (BP &gt; 180/120).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Severe hypoglycemia / hyperglycemia alerts.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Critical SpO2 drops (&lt; 92%) trigger urgent visual prompts.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One-tap speed dialing for local emergency medical services.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ACCESSIBILITY &amp; FINANCES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Multilingual Support &amp; Healthcare Expense Management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Making healthcare accessible across languages and financially transparent.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🗣️ Natural Multilingual Shifa AI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Native English, Urdu (اردو), and Roman Urdu support.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Allows elderly patients and non-English speakers to ask health questions naturally.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Explains complex medical conditions in plain, culturally accessible language.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No medical jargon: clear dosage instructions anyone can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💰 Medical Expense &amp; Pharmacy Tracker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Log doctor consultation fees, pharmacy bills, and lab tests.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Track insurance claims and out-of-pocket healthcare expenses.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Monthly spending breakdowns and recurring medicine cost forecasts.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Export financial summaries for tax rebates or insurance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100% Privacy-First, Zero-Retention &amp; Offline Vault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Medical data belongs exclusively to the patient. No compromise on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🔒 256-bit AES Encryption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All clinical records, prescriptions, and lab metrics are encrypted at rest and in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🛡️ Tenant RLS Isolation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Strict Supabase Row-Level Security ensures only authenticated users access their own vault.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🚫 Zero Model Training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Patient data is never used to train public foundation models or shared with third parties.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89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⚡ Offline-First PWA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Full access to medication schedules, emergency contacts, and active prescriptions without internet.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IMPACT &amp;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Who Benefits Most from Medfolio?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Tailored for real-world scenarios across the entire healthcare spectrum.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Chronic Illness Patients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Hypertension, Diabetes, Cardiac &amp; Thyroid patients managing 4+ daily medications with precise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Family Caregivers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Adults managing medications, doctor appointments, and medical history for elderly parents or children.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Frequent Clinic Visitors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Patients seeking second opinions or visiting specialists without carrying heavy paper envelopes.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Health-Conscious Individuals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Active wellness trackers wanting permanent historical records of their biomarker trajectories.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Vision &amp; Future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Medfolio into the global standard for patient-owned health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🚀 Upcoming Milestones &amp; Expansions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⌚ Wearable IoT Integration: Automatic real-time sync with Apple Health, Google Fit, &amp; smart blood pressure monitors.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🚚 Automated Pharmacy Refill Dispatch: 1-tap refill order directly transmitted to partner pharmacies before pills run out.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🔬 Advanced Pharmacogenomic Interactions: Deep ML screening against cross-drug metabolic contraindications.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👨‍⚕️ Clinician Collaboration Portal: Bidirectional note exchange between verified doctors and patient vaults.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🌿 Never lose a prescription or miss a dose again.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